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F92B3"/>
                </a:solidFill>
              </a:rPr>
              <a:t>Lesson 6: Turning Numbers Into Decisions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F92B3"/>
                </a:solidFill>
              </a:rPr>
              <a:t>Three Truths This Data Shows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/>
            </a:pPr>
            <a:r>
              <a:t>1. Under-utilization = Lost Revenue</a:t>
            </a:r>
          </a:p>
          <a:p>
            <a:pPr>
              <a:spcAft>
                <a:spcPts val="1000"/>
              </a:spcAft>
              <a:defRPr sz="2400"/>
            </a:pPr>
            <a:r>
              <a:t>2. Mis-priced Work = Margin Erosion</a:t>
            </a:r>
          </a:p>
          <a:p>
            <a:pPr>
              <a:spcAft>
                <a:spcPts val="1000"/>
              </a:spcAft>
              <a:defRPr sz="2400"/>
            </a:pPr>
            <a:r>
              <a:t>3. Hiring Doesn’t Solve a Broken Model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2F92B3"/>
                </a:solidFill>
              </a:rPr>
              <a:t>Owner Playbook: What to Do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Aft>
                <a:spcPts val="1000"/>
              </a:spcAft>
              <a:defRPr sz="2400"/>
            </a:pPr>
            <a:r>
              <a:t>Low Utilization → Improve scheduling, enforce tracking</a:t>
            </a:r>
          </a:p>
          <a:p>
            <a:pPr>
              <a:spcAft>
                <a:spcPts val="1000"/>
              </a:spcAft>
              <a:defRPr sz="2400"/>
            </a:pPr>
            <a:r>
              <a:t>Low Rate → Raise prices, roll out gradually</a:t>
            </a:r>
          </a:p>
          <a:p>
            <a:pPr>
              <a:spcAft>
                <a:spcPts val="1000"/>
              </a:spcAft>
              <a:defRPr sz="2400"/>
            </a:pPr>
            <a:r>
              <a:t>Overhead Drag → Trim spend, automate admin</a:t>
            </a:r>
          </a:p>
          <a:p>
            <a:pPr>
              <a:spcAft>
                <a:spcPts val="1000"/>
              </a:spcAft>
              <a:defRPr sz="2400"/>
            </a:pPr>
            <a:r>
              <a:t>Scope Creep → Trigger change order</a:t>
            </a:r>
          </a:p>
          <a:p>
            <a:pPr>
              <a:spcAft>
                <a:spcPts val="1000"/>
              </a:spcAft>
              <a:defRPr sz="2400"/>
            </a:pPr>
            <a:r>
              <a:t>Booked Out but Broke → Raise rates + enforce scope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92B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800">
                <a:solidFill>
                  <a:srgbClr val="FFFFFF"/>
                </a:solidFill>
              </a:rPr>
              <a:t>Ready to Fix It?
📞 Book a consult: jnbservice.com/contact
📧 Email: info@jnbservice.com
📅 Schedule a call: (insert calendar link)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