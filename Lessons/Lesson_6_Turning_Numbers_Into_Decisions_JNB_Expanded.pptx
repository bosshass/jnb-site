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2F92B3"/>
                </a:solidFill>
              </a:rPr>
              <a:t>Lesson 6: Turning Numbers Into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2F92B3"/>
                </a:solidFill>
              </a:rPr>
              <a:t>The Two Prices You Live With Every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Billable Rate (Revenue): what you charge customers for work performed.</a:t>
            </a:r>
            <a:br/>
            <a:br/>
            <a:r>
              <a:t>• Expense Rate (Cost): what it costs per hour to have that resource available — including pay, taxes, benefits, and overhead.</a:t>
            </a:r>
            <a:br/>
            <a:br/>
            <a:r>
              <a:t>The gap between these two rates is where profit is made or lost.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2F92B3"/>
                </a:solidFill>
              </a:rPr>
              <a:t>Three Truths This Data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1) Under-utilization = Lost Revenue — Paying for 40h but billing 20h leaves 20h of cost with no revenue. Fix: Raise billed hours (scheduling, pipeline) or cut idle time.</a:t>
            </a:r>
            <a:br/>
            <a:br/>
            <a:r>
              <a:t>2) Mis-priced Work = Margin Erosion — If your rate doesn’t cover cost/hr + overhead/hr + margin, you lose money even at 100% utilization. Fix: Update rate card, add minimums, use surcharges.</a:t>
            </a:r>
            <a:br/>
            <a:br/>
            <a:r>
              <a:t>3) Hiring Doesn’t Solve a Broken Model — Adding people to a money-losing equation only scales losses. Fix: Repair pricing and scope control first, then add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2F92B3"/>
                </a:solidFill>
              </a:rPr>
              <a:t>Owner Playbook (What to Do Next)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7772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2004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F92B3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F92B3"/>
                          </a:solidFill>
                        </a:defRPr>
                      </a:pPr>
                      <a:r>
                        <a:t>Signal You’ll See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F92B3"/>
                          </a:solidFill>
                        </a:defRPr>
                      </a:pPr>
                      <a:r>
                        <a:t>Lever to Pull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 Idle Hours; Revenue Lost &gt;15%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Improve scheduling, enforce time tracking, rebalance workload, or reduce paid hours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Rate Floor &gt; Your Current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Raise prices, phased rollout (new customers first), renegotiate fixed fees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Overhead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Overhead/hr &gt; 20–30% of Cost/hr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Trim non-billable spend, cross-train staff, automate admin tasks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Scope Creep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Hours spent &gt;70% while deliverables &lt;70%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Trigger change order, re-quote remaining scope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Booked Out but Still Broke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Backlog &gt;3 weeks; Profit &lt;10%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Raise rates and enforce change orders before hiring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2F92B3"/>
                </a:solidFill>
              </a:rPr>
              <a:t>Mindset Shift + Action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“I can’t just look at cost per resource — I must look at cost per billed hour.”</a:t>
            </a:r>
            <a:br/>
            <a:br/>
            <a:r>
              <a:t>Divide total cost (labor + overhead) by actual billed hours to see the real cost of each hour sold. This is the number you must beat with your pricing to stop bleeding cash.</a:t>
            </a:r>
            <a:br/>
            <a:br/>
            <a:r>
              <a:t>Action Step:</a:t>
            </a:r>
            <a:br/>
            <a:r>
              <a:t>1. Run the calculator with your team’s data.</a:t>
            </a:r>
            <a:br/>
            <a:r>
              <a:t>2. Circle roles with utilization &lt;70% or where Rate Floor &gt; Actual Rate.</a:t>
            </a:r>
            <a:br/>
            <a:r>
              <a:t>3. Choose one lever this week: Add 10 billed hours, raise rate 10%, or trigger a change order — then re-run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92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Contact J&amp;B LLC Today
We help owners turn data into decisions — pricing, utilization, and profit protection.
📞 jnbservice.com/contact   •   📧 info@jnbservice.com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